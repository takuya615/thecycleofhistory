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オープニング。共感を誘う軽い問いかけで始める。深刻にならないトーンで。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場所法＝記憶の宮殿の信頼性を短く紹介。学術的になりすぎないよう、軽いトーンで。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1匹ずつ、声に出して読み上げながらクリックで次に進めてください。全部で12匹。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12匹すべて表示完了。次のスライドで感想を共有する。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失敗を明るく共有。笑いに変えるトーンで、次の解決策への期待を高める。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専門用語（符号化特異性原理など）は使わず、平易な言葉で。図解を見せながら簡潔に説明。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1匹ずつ、声に出して読み上げながらクリックで次に進めてください。全部で12匹。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12匹すべて表示完了。次のスライドで感想を共有する。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聴衆自身の体感を根拠にする。数字は演出用の一例であることをさりげなく伝える。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動物の記憶体験を歴史学習に橋渡しする問いかけ。次スライドへの期待を作る。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説明は最小限に。最後は『歴史の宮殿』という名前そのものへ意識を集約させる。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細部を忘れても『歴史の宮殿』という名前だけは持ち帰ってもらう、最終ゴールのスライド。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155802"/>
            <a:ext cx="523037" cy="5230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F1E6BE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29" y="1155802"/>
            <a:ext cx="523037" cy="5230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286000"/>
            <a:ext cx="1036289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歴史を覚えられなくて、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お困りではありませんか？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914400" y="46177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年号も、人名も、頭に入ってはすぐに消えていく…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「記憶の宮殿」は、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記憶力世界大会でも使われる本物のテクニック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3063240"/>
            <a:ext cx="1828800" cy="1828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3502152"/>
            <a:ext cx="950976" cy="950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94760" y="2880360"/>
            <a:ext cx="757397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世界記憶力選手権 上位入賞者の多くが実践する記憶術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想像上の場所に情報を配置する「場所法」がベース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無関係な情報の羅列でも、驚くほど覚えられるようになる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出典：Maguire et al., 2003 ほか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231575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ワニ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ワニ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78728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ハリネズミ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683" y="1881835"/>
            <a:ext cx="808330" cy="808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難しいですよね？！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43434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多くの人が、半分も思い出せません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231575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記憶の宮殿（ボディー法）の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やり方は…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想像上の建物ではなく、自分の“体”を記憶の場所にする。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足先から頭頂へ、覚えたいことを順番に貼り付けていく。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8064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感覚（温度・質感・重さ）と結びつけると、忘れにくくなる。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58200" y="640080"/>
            <a:ext cx="640080" cy="5074920"/>
          </a:xfrm>
          <a:prstGeom prst="roundRect">
            <a:avLst>
              <a:gd name="adj" fmla="val 50000"/>
            </a:avLst>
          </a:prstGeom>
          <a:solidFill>
            <a:srgbClr val="F4EFE3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1936" y="6309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1936" y="630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98280" y="5760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31936" y="14310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1936" y="1431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98280" y="13761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31936" y="22311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1936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98280" y="21762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31936" y="30312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193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9763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31936" y="38313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37764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おなか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31936" y="46314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46314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45765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ひざ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31936" y="54315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53766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5806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（古い順に足先→頭頂へ）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231575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セイウチ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セイウチ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クジャク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セイウチ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クジャク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F1E6B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78728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アルマジロ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覚えやすさが、全然違うでしょう？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15288" y="201168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F2F0F5"/>
          </a:solidFill>
          <a:ln w="12700">
            <a:solidFill>
              <a:srgbClr val="DCD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5288" y="2331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何もなし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15288" y="29718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B9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615288" y="4663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思い出せた数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70168" y="1874520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F1E6BE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0168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記憶の宮殿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28803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7A5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12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6370168" y="4617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思い出せた数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※体感としての一例です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もしもこれを、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歴史の暗記に使えたら？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23360" y="4206240"/>
            <a:ext cx="822960" cy="822960"/>
          </a:xfrm>
          <a:prstGeom prst="ellipse">
            <a:avLst/>
          </a:prstGeom>
          <a:solidFill>
            <a:srgbClr val="F1E6BE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44037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42062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0" y="4206240"/>
            <a:ext cx="822960" cy="822960"/>
          </a:xfrm>
          <a:prstGeom prst="ellipse">
            <a:avLst/>
          </a:prstGeom>
          <a:solidFill>
            <a:srgbClr val="F1E6BE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710" y="440375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記憶の宮殿で、歴史を覚えられたら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74420" y="1559052"/>
            <a:ext cx="685800" cy="685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1723644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感覚に変わる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190195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AIが歴史の出来事を、温度・匂い・質感に変換する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74420" y="2427732"/>
            <a:ext cx="685800" cy="685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2592324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体に刻まれる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1680" y="277063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足先から頭頂へ、時代の流れを身体にマッピングする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74420" y="3296412"/>
            <a:ext cx="685800" cy="685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3461004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体験になる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011680" y="363931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「知ってる」ではなく「体験したことがある」記憶になる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2194560" y="4892040"/>
            <a:ext cx="7802575" cy="1280160"/>
          </a:xfrm>
          <a:prstGeom prst="roundRect">
            <a:avLst>
              <a:gd name="adj" fmla="val 8571"/>
            </a:avLst>
          </a:prstGeom>
          <a:solidFill>
            <a:srgbClr val="F1E6BE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2194560" y="4892040"/>
            <a:ext cx="78025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その名も、</a:t>
            </a:r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歴史の宮殿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822960"/>
            <a:ext cx="1188720" cy="118872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1108253"/>
            <a:ext cx="618134" cy="6181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01488" y="822960"/>
            <a:ext cx="1188720" cy="1188720"/>
          </a:xfrm>
          <a:prstGeom prst="ellipse">
            <a:avLst/>
          </a:prstGeom>
          <a:solidFill>
            <a:srgbClr val="F1E6BE"/>
          </a:solidFill>
          <a:ln w="25400">
            <a:solidFill>
              <a:srgbClr val="C9A22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0" y="1108253"/>
            <a:ext cx="618134" cy="6181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286000"/>
            <a:ext cx="1127729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歴史の宮殿</a:t>
            </a:r>
            <a:endParaRPr lang="en-US" sz="8400" dirty="0"/>
          </a:p>
        </p:txBody>
      </p:sp>
      <p:sp>
        <p:nvSpPr>
          <p:cNvPr id="7" name="Text 3"/>
          <p:cNvSpPr/>
          <p:nvPr/>
        </p:nvSpPr>
        <p:spPr>
          <a:xfrm>
            <a:off x="914400" y="43434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好きな歴史を、いますぐ体に刻もう。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678528" y="5212080"/>
            <a:ext cx="2834640" cy="65836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9" name="Text 5"/>
          <p:cNvSpPr/>
          <p:nvPr/>
        </p:nvSpPr>
        <p:spPr>
          <a:xfrm>
            <a:off x="4678528" y="5212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今すぐ体験する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2026-07-25T04:06:41Z</dcterms:created>
  <dcterms:modified xsi:type="dcterms:W3CDTF">2026-07-25T04:06:41Z</dcterms:modified>
</cp:coreProperties>
</file>