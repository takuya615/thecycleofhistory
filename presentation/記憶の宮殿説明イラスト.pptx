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3c2ed2f615f9a20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3c2ed2f615f9a20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3c2ed2f615f9a20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3c2ed2f615f9a20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3c2ed2f615f9a20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3c2ed2f615f9a20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3c2ed2f615f9a20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3c2ed2f615f9a20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3c2ed2f615f9a20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3c2ed2f615f9a20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3c2ed2f615f9a20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3c2ed2f615f9a20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3c2ed2f615f9a20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3c2ed2f615f9a20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3c2ed2f615f9a20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3c2ed2f615f9a20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jpg"/><Relationship Id="rId5" Type="http://schemas.openxmlformats.org/officeDocument/2006/relationships/image" Target="../media/image6.jpg"/><Relationship Id="rId6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jpg"/><Relationship Id="rId5" Type="http://schemas.openxmlformats.org/officeDocument/2006/relationships/image" Target="../media/image6.jpg"/><Relationship Id="rId6" Type="http://schemas.openxmlformats.org/officeDocument/2006/relationships/image" Target="../media/image1.jpg"/><Relationship Id="rId7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68950" y="272150"/>
            <a:ext cx="30000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</a:rPr>
              <a:t>ゾウ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</a:rPr>
              <a:t>   </a:t>
            </a:r>
            <a:r>
              <a:rPr lang="ja" sz="3000">
                <a:solidFill>
                  <a:schemeClr val="dk1"/>
                </a:solidFill>
              </a:rPr>
              <a:t>↓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</a:rPr>
              <a:t>ワニ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</a:rPr>
              <a:t>   ↓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</a:rPr>
              <a:t>ライオン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</a:rPr>
              <a:t>   ↓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</a:rPr>
              <a:t>カエル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</a:rPr>
              <a:t>   ↓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</a:rPr>
              <a:t>カンガル</a:t>
            </a:r>
            <a:r>
              <a:rPr lang="ja" sz="3000">
                <a:solidFill>
                  <a:schemeClr val="dk1"/>
                </a:solidFill>
              </a:rPr>
              <a:t>ー</a:t>
            </a:r>
            <a:endParaRPr sz="3000"/>
          </a:p>
        </p:txBody>
      </p:sp>
      <p:sp>
        <p:nvSpPr>
          <p:cNvPr id="55" name="Google Shape;55;p13"/>
          <p:cNvSpPr/>
          <p:nvPr/>
        </p:nvSpPr>
        <p:spPr>
          <a:xfrm>
            <a:off x="3571875" y="272150"/>
            <a:ext cx="3787200" cy="1803000"/>
          </a:xfrm>
          <a:prstGeom prst="cloudCallout">
            <a:avLst>
              <a:gd fmla="val -50300" name="adj1"/>
              <a:gd fmla="val 6697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/>
              <a:t>おぼえ</a:t>
            </a:r>
            <a:r>
              <a:rPr lang="ja" sz="2400"/>
              <a:t>づらい</a:t>
            </a:r>
            <a:r>
              <a:rPr lang="ja" sz="2400"/>
              <a:t>😓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 flipH="1">
            <a:off x="1510684" y="620082"/>
            <a:ext cx="4498200" cy="4192800"/>
          </a:xfrm>
          <a:prstGeom prst="flowChartConnector">
            <a:avLst/>
          </a:prstGeom>
          <a:noFill/>
          <a:ln cap="flat" cmpd="sng" w="650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075" lIns="78075" spcFirstLastPara="1" rIns="78075" wrap="square" tIns="78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6">
              <a:solidFill>
                <a:schemeClr val="accent1"/>
              </a:solidFill>
              <a:highlight>
                <a:schemeClr val="lt1"/>
              </a:highlight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210675" y="15548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5</a:t>
            </a:r>
            <a:endParaRPr b="1" sz="3000"/>
          </a:p>
        </p:txBody>
      </p:sp>
      <p:sp>
        <p:nvSpPr>
          <p:cNvPr id="62" name="Google Shape;62;p14"/>
          <p:cNvSpPr txBox="1"/>
          <p:nvPr/>
        </p:nvSpPr>
        <p:spPr>
          <a:xfrm>
            <a:off x="3391075" y="3048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1</a:t>
            </a:r>
            <a:endParaRPr b="1" sz="3000"/>
          </a:p>
        </p:txBody>
      </p:sp>
      <p:sp>
        <p:nvSpPr>
          <p:cNvPr id="63" name="Google Shape;63;p14"/>
          <p:cNvSpPr txBox="1"/>
          <p:nvPr/>
        </p:nvSpPr>
        <p:spPr>
          <a:xfrm>
            <a:off x="5215950" y="14876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2</a:t>
            </a:r>
            <a:endParaRPr b="1" sz="3000"/>
          </a:p>
        </p:txBody>
      </p:sp>
      <p:sp>
        <p:nvSpPr>
          <p:cNvPr id="64" name="Google Shape;64;p14"/>
          <p:cNvSpPr txBox="1"/>
          <p:nvPr/>
        </p:nvSpPr>
        <p:spPr>
          <a:xfrm>
            <a:off x="4919875" y="42087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3</a:t>
            </a:r>
            <a:endParaRPr b="1" sz="3000"/>
          </a:p>
        </p:txBody>
      </p:sp>
      <p:sp>
        <p:nvSpPr>
          <p:cNvPr id="65" name="Google Shape;65;p14"/>
          <p:cNvSpPr txBox="1"/>
          <p:nvPr/>
        </p:nvSpPr>
        <p:spPr>
          <a:xfrm>
            <a:off x="1676275" y="4156525"/>
            <a:ext cx="375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4</a:t>
            </a:r>
            <a:endParaRPr b="1" sz="3000"/>
          </a:p>
        </p:txBody>
      </p:sp>
      <p:sp>
        <p:nvSpPr>
          <p:cNvPr id="66" name="Google Shape;66;p14"/>
          <p:cNvSpPr/>
          <p:nvPr/>
        </p:nvSpPr>
        <p:spPr>
          <a:xfrm rot="-1224390">
            <a:off x="2630247" y="636459"/>
            <a:ext cx="443962" cy="336027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 rot="-4879999">
            <a:off x="1334533" y="2267331"/>
            <a:ext cx="443969" cy="335948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 rot="-8774089">
            <a:off x="2312350" y="4311809"/>
            <a:ext cx="444232" cy="33606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 rot="7808861">
            <a:off x="5271955" y="3894414"/>
            <a:ext cx="443886" cy="336143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 rot="2333011">
            <a:off x="5077981" y="1049439"/>
            <a:ext cx="443974" cy="33602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 flipH="1">
            <a:off x="1510684" y="620082"/>
            <a:ext cx="4498200" cy="4192800"/>
          </a:xfrm>
          <a:prstGeom prst="flowChartConnector">
            <a:avLst/>
          </a:prstGeom>
          <a:noFill/>
          <a:ln cap="flat" cmpd="sng" w="650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075" lIns="78075" spcFirstLastPara="1" rIns="78075" wrap="square" tIns="78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6">
              <a:solidFill>
                <a:schemeClr val="accent1"/>
              </a:solidFill>
              <a:highlight>
                <a:schemeClr val="lt1"/>
              </a:highlight>
            </a:endParaRPr>
          </a:p>
        </p:txBody>
      </p:sp>
      <p:pic>
        <p:nvPicPr>
          <p:cNvPr id="76" name="Google Shape;76;p15" title="スクリーンショット 2026-09-23 13.50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2600" y="1611001"/>
            <a:ext cx="878197" cy="43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スクリーンショット 2026-09-23 13.50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1998" y="1472549"/>
            <a:ext cx="566386" cy="60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スクリーンショット 2026-09-23 13.50.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9957" y="4312412"/>
            <a:ext cx="480635" cy="43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スクリーンショット 2026-09-23 13.50.5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0384" y="4252100"/>
            <a:ext cx="480645" cy="45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スクリーンショット 2026-09-23 13.49.2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8717" y="378612"/>
            <a:ext cx="566385" cy="4390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1210675" y="15548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5</a:t>
            </a:r>
            <a:endParaRPr b="1" sz="3000"/>
          </a:p>
        </p:txBody>
      </p:sp>
      <p:sp>
        <p:nvSpPr>
          <p:cNvPr id="82" name="Google Shape;82;p15"/>
          <p:cNvSpPr txBox="1"/>
          <p:nvPr/>
        </p:nvSpPr>
        <p:spPr>
          <a:xfrm>
            <a:off x="3391075" y="3048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1</a:t>
            </a:r>
            <a:endParaRPr b="1" sz="3000"/>
          </a:p>
        </p:txBody>
      </p:sp>
      <p:sp>
        <p:nvSpPr>
          <p:cNvPr id="83" name="Google Shape;83;p15"/>
          <p:cNvSpPr txBox="1"/>
          <p:nvPr/>
        </p:nvSpPr>
        <p:spPr>
          <a:xfrm>
            <a:off x="5215950" y="14876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2</a:t>
            </a:r>
            <a:endParaRPr b="1" sz="3000"/>
          </a:p>
        </p:txBody>
      </p:sp>
      <p:sp>
        <p:nvSpPr>
          <p:cNvPr id="84" name="Google Shape;84;p15"/>
          <p:cNvSpPr txBox="1"/>
          <p:nvPr/>
        </p:nvSpPr>
        <p:spPr>
          <a:xfrm>
            <a:off x="4919875" y="42087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3</a:t>
            </a:r>
            <a:endParaRPr b="1" sz="3000"/>
          </a:p>
        </p:txBody>
      </p:sp>
      <p:sp>
        <p:nvSpPr>
          <p:cNvPr id="85" name="Google Shape;85;p15"/>
          <p:cNvSpPr txBox="1"/>
          <p:nvPr/>
        </p:nvSpPr>
        <p:spPr>
          <a:xfrm>
            <a:off x="1676275" y="4156525"/>
            <a:ext cx="72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4</a:t>
            </a:r>
            <a:endParaRPr b="1" sz="3000"/>
          </a:p>
        </p:txBody>
      </p:sp>
      <p:sp>
        <p:nvSpPr>
          <p:cNvPr id="86" name="Google Shape;86;p15"/>
          <p:cNvSpPr/>
          <p:nvPr/>
        </p:nvSpPr>
        <p:spPr>
          <a:xfrm rot="-1224390">
            <a:off x="2630247" y="636459"/>
            <a:ext cx="443962" cy="336027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 rot="-4879999">
            <a:off x="1334533" y="2267331"/>
            <a:ext cx="443969" cy="335948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 rot="-8774089">
            <a:off x="2312350" y="4311809"/>
            <a:ext cx="444232" cy="33606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 rot="7808861">
            <a:off x="5271955" y="3894414"/>
            <a:ext cx="443886" cy="336143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 rot="2333011">
            <a:off x="5077981" y="1049439"/>
            <a:ext cx="443974" cy="33602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1510684" y="620082"/>
            <a:ext cx="4498200" cy="4192800"/>
          </a:xfrm>
          <a:prstGeom prst="flowChartConnector">
            <a:avLst/>
          </a:prstGeom>
          <a:noFill/>
          <a:ln cap="flat" cmpd="sng" w="650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075" lIns="78075" spcFirstLastPara="1" rIns="78075" wrap="square" tIns="78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6">
              <a:solidFill>
                <a:schemeClr val="accent1"/>
              </a:solidFill>
              <a:highlight>
                <a:schemeClr val="lt1"/>
              </a:highlight>
            </a:endParaRPr>
          </a:p>
        </p:txBody>
      </p:sp>
      <p:pic>
        <p:nvPicPr>
          <p:cNvPr id="96" name="Google Shape;96;p16" title="スクリーンショット 2026-09-23 13.50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2600" y="1611001"/>
            <a:ext cx="878197" cy="43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スクリーンショット 2026-09-23 13.50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1998" y="1472549"/>
            <a:ext cx="566386" cy="60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title="スクリーンショット 2026-09-23 13.50.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9957" y="4312412"/>
            <a:ext cx="480635" cy="43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title="スクリーンショット 2026-09-23 13.50.5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0384" y="4252100"/>
            <a:ext cx="480645" cy="45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 title="スクリーンショット 2026-09-23 13.49.2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8717" y="378612"/>
            <a:ext cx="566385" cy="439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1210675" y="15548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5</a:t>
            </a:r>
            <a:endParaRPr b="1" sz="3000"/>
          </a:p>
        </p:txBody>
      </p:sp>
      <p:sp>
        <p:nvSpPr>
          <p:cNvPr id="102" name="Google Shape;102;p16"/>
          <p:cNvSpPr txBox="1"/>
          <p:nvPr/>
        </p:nvSpPr>
        <p:spPr>
          <a:xfrm>
            <a:off x="3391075" y="3048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1</a:t>
            </a:r>
            <a:endParaRPr b="1" sz="3000"/>
          </a:p>
        </p:txBody>
      </p:sp>
      <p:sp>
        <p:nvSpPr>
          <p:cNvPr id="103" name="Google Shape;103;p16"/>
          <p:cNvSpPr txBox="1"/>
          <p:nvPr/>
        </p:nvSpPr>
        <p:spPr>
          <a:xfrm>
            <a:off x="5215950" y="14876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2</a:t>
            </a:r>
            <a:endParaRPr b="1" sz="3000"/>
          </a:p>
        </p:txBody>
      </p:sp>
      <p:sp>
        <p:nvSpPr>
          <p:cNvPr id="104" name="Google Shape;104;p16"/>
          <p:cNvSpPr txBox="1"/>
          <p:nvPr/>
        </p:nvSpPr>
        <p:spPr>
          <a:xfrm>
            <a:off x="4919875" y="42087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3</a:t>
            </a:r>
            <a:endParaRPr b="1" sz="3000"/>
          </a:p>
        </p:txBody>
      </p:sp>
      <p:sp>
        <p:nvSpPr>
          <p:cNvPr id="105" name="Google Shape;105;p16"/>
          <p:cNvSpPr txBox="1"/>
          <p:nvPr/>
        </p:nvSpPr>
        <p:spPr>
          <a:xfrm>
            <a:off x="1676275" y="4156525"/>
            <a:ext cx="72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4</a:t>
            </a:r>
            <a:endParaRPr b="1" sz="3000"/>
          </a:p>
        </p:txBody>
      </p:sp>
      <p:sp>
        <p:nvSpPr>
          <p:cNvPr id="106" name="Google Shape;106;p16"/>
          <p:cNvSpPr/>
          <p:nvPr/>
        </p:nvSpPr>
        <p:spPr>
          <a:xfrm rot="-1224390">
            <a:off x="2630247" y="636459"/>
            <a:ext cx="443962" cy="336027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 rot="-4879999">
            <a:off x="1334533" y="2267331"/>
            <a:ext cx="443969" cy="335948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 rot="-8774089">
            <a:off x="2312350" y="4311809"/>
            <a:ext cx="444232" cy="33606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 rot="7808861">
            <a:off x="5271955" y="3894414"/>
            <a:ext cx="443886" cy="336143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 rot="2333011">
            <a:off x="5077981" y="1049439"/>
            <a:ext cx="443974" cy="33602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6" title="015966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84875" y="1186815"/>
            <a:ext cx="2518220" cy="2969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 flipH="1">
            <a:off x="1510684" y="620082"/>
            <a:ext cx="4498200" cy="4192800"/>
          </a:xfrm>
          <a:prstGeom prst="flowChartConnector">
            <a:avLst/>
          </a:prstGeom>
          <a:noFill/>
          <a:ln cap="flat" cmpd="sng" w="650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075" lIns="78075" spcFirstLastPara="1" rIns="78075" wrap="square" tIns="78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6">
              <a:solidFill>
                <a:schemeClr val="accent1"/>
              </a:solidFill>
              <a:highlight>
                <a:schemeClr val="lt1"/>
              </a:highlight>
            </a:endParaRPr>
          </a:p>
        </p:txBody>
      </p:sp>
      <p:pic>
        <p:nvPicPr>
          <p:cNvPr id="117" name="Google Shape;117;p17" title="スクリーンショット 2026-09-23 13.50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2600" y="1611001"/>
            <a:ext cx="878197" cy="43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 title="スクリーンショット 2026-09-23 13.50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1998" y="1472549"/>
            <a:ext cx="566386" cy="60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title="スクリーンショット 2026-09-23 13.50.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9957" y="4312412"/>
            <a:ext cx="480635" cy="43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title="スクリーンショット 2026-09-23 13.50.5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0384" y="4252100"/>
            <a:ext cx="480645" cy="45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 title="スクリーンショット 2026-09-23 13.49.2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8717" y="378612"/>
            <a:ext cx="566385" cy="439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1210675" y="15548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5</a:t>
            </a:r>
            <a:endParaRPr b="1" sz="3000"/>
          </a:p>
        </p:txBody>
      </p:sp>
      <p:sp>
        <p:nvSpPr>
          <p:cNvPr id="123" name="Google Shape;123;p17"/>
          <p:cNvSpPr txBox="1"/>
          <p:nvPr/>
        </p:nvSpPr>
        <p:spPr>
          <a:xfrm>
            <a:off x="3391075" y="3048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1</a:t>
            </a:r>
            <a:endParaRPr b="1" sz="3000"/>
          </a:p>
        </p:txBody>
      </p:sp>
      <p:sp>
        <p:nvSpPr>
          <p:cNvPr id="124" name="Google Shape;124;p17"/>
          <p:cNvSpPr txBox="1"/>
          <p:nvPr/>
        </p:nvSpPr>
        <p:spPr>
          <a:xfrm>
            <a:off x="5215950" y="14876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2</a:t>
            </a:r>
            <a:endParaRPr b="1" sz="3000"/>
          </a:p>
        </p:txBody>
      </p:sp>
      <p:sp>
        <p:nvSpPr>
          <p:cNvPr id="125" name="Google Shape;125;p17"/>
          <p:cNvSpPr txBox="1"/>
          <p:nvPr/>
        </p:nvSpPr>
        <p:spPr>
          <a:xfrm>
            <a:off x="4919875" y="4208700"/>
            <a:ext cx="3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3</a:t>
            </a:r>
            <a:endParaRPr b="1" sz="3000"/>
          </a:p>
        </p:txBody>
      </p:sp>
      <p:sp>
        <p:nvSpPr>
          <p:cNvPr id="126" name="Google Shape;126;p17"/>
          <p:cNvSpPr txBox="1"/>
          <p:nvPr/>
        </p:nvSpPr>
        <p:spPr>
          <a:xfrm>
            <a:off x="1676275" y="4156525"/>
            <a:ext cx="72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4</a:t>
            </a:r>
            <a:endParaRPr b="1" sz="3000"/>
          </a:p>
        </p:txBody>
      </p:sp>
      <p:grpSp>
        <p:nvGrpSpPr>
          <p:cNvPr id="127" name="Google Shape;127;p17"/>
          <p:cNvGrpSpPr/>
          <p:nvPr/>
        </p:nvGrpSpPr>
        <p:grpSpPr>
          <a:xfrm>
            <a:off x="2484875" y="957474"/>
            <a:ext cx="2628646" cy="3198624"/>
            <a:chOff x="2388875" y="1053474"/>
            <a:chExt cx="2628646" cy="3198624"/>
          </a:xfrm>
        </p:grpSpPr>
        <p:pic>
          <p:nvPicPr>
            <p:cNvPr id="128" name="Google Shape;128;p17" title="015966.jp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388875" y="1282815"/>
              <a:ext cx="2518220" cy="2969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7" title="スクリーンショット 2026-09-23 13.49.28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433875" y="1053474"/>
              <a:ext cx="558793" cy="433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7" title="スクリーンショット 2026-09-23 13.50.27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51097" y="2631340"/>
              <a:ext cx="866424" cy="433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17" title="スクリーンショット 2026-09-23 13.50.34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09744" y="2470383"/>
              <a:ext cx="558793" cy="594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7" title="スクリーンショット 2026-09-23 13.50.42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11894" y="3818887"/>
              <a:ext cx="474191" cy="433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17" title="スクリーンショット 2026-09-23 13.50.53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852039" y="3692042"/>
              <a:ext cx="474202" cy="4492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17"/>
          <p:cNvSpPr/>
          <p:nvPr/>
        </p:nvSpPr>
        <p:spPr>
          <a:xfrm rot="-1224390">
            <a:off x="2630247" y="636459"/>
            <a:ext cx="443962" cy="336027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 rot="-4879999">
            <a:off x="1334533" y="2267331"/>
            <a:ext cx="443969" cy="335948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 rot="-8774089">
            <a:off x="2312350" y="4311809"/>
            <a:ext cx="444232" cy="33606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 rot="7808861">
            <a:off x="5271955" y="3894414"/>
            <a:ext cx="443886" cy="336143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 rot="2333011">
            <a:off x="5077981" y="1049439"/>
            <a:ext cx="443974" cy="33602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 flipH="1">
            <a:off x="1510684" y="620082"/>
            <a:ext cx="4498200" cy="4192800"/>
          </a:xfrm>
          <a:prstGeom prst="flowChartConnector">
            <a:avLst/>
          </a:prstGeom>
          <a:noFill/>
          <a:ln cap="flat" cmpd="sng" w="650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075" lIns="78075" spcFirstLastPara="1" rIns="78075" wrap="square" tIns="78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6">
              <a:solidFill>
                <a:schemeClr val="accent1"/>
              </a:solidFill>
              <a:highlight>
                <a:schemeClr val="lt1"/>
              </a:highlight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2714426" y="620075"/>
            <a:ext cx="209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2000年 </a:t>
            </a:r>
            <a:r>
              <a:rPr b="1" lang="ja" sz="2200">
                <a:solidFill>
                  <a:schemeClr val="dk1"/>
                </a:solidFill>
              </a:rPr>
              <a:t>1500</a:t>
            </a:r>
            <a:r>
              <a:rPr b="1" lang="ja" sz="2200">
                <a:solidFill>
                  <a:schemeClr val="dk1"/>
                </a:solidFill>
              </a:rPr>
              <a:t>年</a:t>
            </a:r>
            <a:endParaRPr b="1" sz="2200"/>
          </a:p>
        </p:txBody>
      </p:sp>
      <p:sp>
        <p:nvSpPr>
          <p:cNvPr id="145" name="Google Shape;145;p18"/>
          <p:cNvSpPr/>
          <p:nvPr/>
        </p:nvSpPr>
        <p:spPr>
          <a:xfrm rot="-1960206">
            <a:off x="2176412" y="908574"/>
            <a:ext cx="444052" cy="335955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 rot="-5400000">
            <a:off x="1289245" y="2403740"/>
            <a:ext cx="444000" cy="336000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 rot="-8774089">
            <a:off x="2312350" y="4311809"/>
            <a:ext cx="444232" cy="33606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 rot="7361461">
            <a:off x="5515601" y="3508900"/>
            <a:ext cx="443800" cy="336027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 rot="3546158">
            <a:off x="5337838" y="1367012"/>
            <a:ext cx="444010" cy="336120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555768" y="1895814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1900年</a:t>
            </a:r>
            <a:endParaRPr b="1" sz="2200"/>
          </a:p>
        </p:txBody>
      </p:sp>
      <p:sp>
        <p:nvSpPr>
          <p:cNvPr id="151" name="Google Shape;151;p18"/>
          <p:cNvSpPr txBox="1"/>
          <p:nvPr/>
        </p:nvSpPr>
        <p:spPr>
          <a:xfrm>
            <a:off x="1988714" y="3810036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1800年</a:t>
            </a:r>
            <a:endParaRPr b="1" sz="2200"/>
          </a:p>
        </p:txBody>
      </p:sp>
      <p:sp>
        <p:nvSpPr>
          <p:cNvPr id="152" name="Google Shape;152;p18"/>
          <p:cNvSpPr txBox="1"/>
          <p:nvPr/>
        </p:nvSpPr>
        <p:spPr>
          <a:xfrm>
            <a:off x="4571993" y="3810021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1700年</a:t>
            </a:r>
            <a:endParaRPr b="1" sz="2200"/>
          </a:p>
        </p:txBody>
      </p:sp>
      <p:sp>
        <p:nvSpPr>
          <p:cNvPr id="153" name="Google Shape;153;p18"/>
          <p:cNvSpPr txBox="1"/>
          <p:nvPr/>
        </p:nvSpPr>
        <p:spPr>
          <a:xfrm>
            <a:off x="4969600" y="1889564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1600年</a:t>
            </a:r>
            <a:endParaRPr b="1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 flipH="1">
            <a:off x="1510684" y="620082"/>
            <a:ext cx="4498200" cy="4192800"/>
          </a:xfrm>
          <a:prstGeom prst="flowChartConnector">
            <a:avLst/>
          </a:prstGeom>
          <a:noFill/>
          <a:ln cap="flat" cmpd="sng" w="650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075" lIns="78075" spcFirstLastPara="1" rIns="78075" wrap="square" tIns="78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6">
              <a:solidFill>
                <a:schemeClr val="accent1"/>
              </a:solidFill>
              <a:highlight>
                <a:schemeClr val="lt1"/>
              </a:highlight>
            </a:endParaRPr>
          </a:p>
        </p:txBody>
      </p:sp>
      <p:sp>
        <p:nvSpPr>
          <p:cNvPr id="159" name="Google Shape;159;p19"/>
          <p:cNvSpPr/>
          <p:nvPr/>
        </p:nvSpPr>
        <p:spPr>
          <a:xfrm rot="-1960206">
            <a:off x="2176412" y="908574"/>
            <a:ext cx="444052" cy="335955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 rot="-5400000">
            <a:off x="1289245" y="2403740"/>
            <a:ext cx="444000" cy="336000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 rot="-8774089">
            <a:off x="2312350" y="4311809"/>
            <a:ext cx="444232" cy="33606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 rot="7361461">
            <a:off x="5515601" y="3508900"/>
            <a:ext cx="443800" cy="336027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 rot="3546158">
            <a:off x="5337838" y="1367012"/>
            <a:ext cx="444010" cy="336120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555768" y="1895814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1900年</a:t>
            </a:r>
            <a:endParaRPr b="1" sz="2200"/>
          </a:p>
        </p:txBody>
      </p:sp>
      <p:sp>
        <p:nvSpPr>
          <p:cNvPr id="165" name="Google Shape;165;p19"/>
          <p:cNvSpPr txBox="1"/>
          <p:nvPr/>
        </p:nvSpPr>
        <p:spPr>
          <a:xfrm>
            <a:off x="1988714" y="3810036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1800年</a:t>
            </a:r>
            <a:endParaRPr b="1" sz="2200"/>
          </a:p>
        </p:txBody>
      </p:sp>
      <p:sp>
        <p:nvSpPr>
          <p:cNvPr id="166" name="Google Shape;166;p19"/>
          <p:cNvSpPr txBox="1"/>
          <p:nvPr/>
        </p:nvSpPr>
        <p:spPr>
          <a:xfrm>
            <a:off x="4571993" y="3810021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1700年</a:t>
            </a:r>
            <a:endParaRPr b="1" sz="2200"/>
          </a:p>
        </p:txBody>
      </p:sp>
      <p:sp>
        <p:nvSpPr>
          <p:cNvPr id="167" name="Google Shape;167;p19"/>
          <p:cNvSpPr txBox="1"/>
          <p:nvPr/>
        </p:nvSpPr>
        <p:spPr>
          <a:xfrm>
            <a:off x="4969600" y="1889564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1600年</a:t>
            </a:r>
            <a:endParaRPr b="1" sz="2200"/>
          </a:p>
        </p:txBody>
      </p:sp>
      <p:pic>
        <p:nvPicPr>
          <p:cNvPr id="168" name="Google Shape;168;p19" title="マゼラン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325" y="1154475"/>
            <a:ext cx="743350" cy="8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title="Isaac_Newtonlis.jpg"/>
          <p:cNvPicPr preferRelativeResize="0"/>
          <p:nvPr/>
        </p:nvPicPr>
        <p:blipFill rotWithShape="1">
          <a:blip r:embed="rId4">
            <a:alphaModFix/>
          </a:blip>
          <a:srcRect b="53655" l="24529" r="24863" t="4672"/>
          <a:stretch/>
        </p:blipFill>
        <p:spPr>
          <a:xfrm>
            <a:off x="4636800" y="2793738"/>
            <a:ext cx="848701" cy="85579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0" name="Google Shape;170;p19" title="florence-nightingal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7450" y="2865541"/>
            <a:ext cx="743350" cy="9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title="neil-armstrong.jpg"/>
          <p:cNvPicPr preferRelativeResize="0"/>
          <p:nvPr/>
        </p:nvPicPr>
        <p:blipFill rotWithShape="1">
          <a:blip r:embed="rId6">
            <a:alphaModFix/>
          </a:blip>
          <a:srcRect b="0" l="0" r="2931" t="0"/>
          <a:stretch/>
        </p:blipFill>
        <p:spPr>
          <a:xfrm>
            <a:off x="2530550" y="1258175"/>
            <a:ext cx="522302" cy="68489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2714426" y="620075"/>
            <a:ext cx="209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2000年 1500年</a:t>
            </a:r>
            <a:endParaRPr b="1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/>
          <p:nvPr/>
        </p:nvSpPr>
        <p:spPr>
          <a:xfrm flipH="1">
            <a:off x="1510684" y="620082"/>
            <a:ext cx="4498200" cy="4192800"/>
          </a:xfrm>
          <a:prstGeom prst="flowChartConnector">
            <a:avLst/>
          </a:prstGeom>
          <a:noFill/>
          <a:ln cap="flat" cmpd="sng" w="65075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075" lIns="78075" spcFirstLastPara="1" rIns="78075" wrap="square" tIns="78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6">
              <a:solidFill>
                <a:schemeClr val="accent1"/>
              </a:solidFill>
              <a:highlight>
                <a:schemeClr val="lt1"/>
              </a:highlight>
            </a:endParaRPr>
          </a:p>
        </p:txBody>
      </p:sp>
      <p:sp>
        <p:nvSpPr>
          <p:cNvPr id="178" name="Google Shape;178;p20"/>
          <p:cNvSpPr/>
          <p:nvPr/>
        </p:nvSpPr>
        <p:spPr>
          <a:xfrm rot="-1960206">
            <a:off x="2176412" y="908574"/>
            <a:ext cx="444052" cy="335955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 rot="-5400000">
            <a:off x="1289245" y="2403740"/>
            <a:ext cx="444000" cy="336000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 rot="-8774089">
            <a:off x="2312350" y="4311809"/>
            <a:ext cx="444232" cy="336066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 rot="7361461">
            <a:off x="5515601" y="3508900"/>
            <a:ext cx="443800" cy="336027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 rot="3546158">
            <a:off x="5337838" y="1367012"/>
            <a:ext cx="444010" cy="336120"/>
          </a:xfrm>
          <a:prstGeom prst="notchedRightArrow">
            <a:avLst>
              <a:gd fmla="val 9770" name="adj1"/>
              <a:gd fmla="val 71391" name="adj2"/>
            </a:avLst>
          </a:prstGeom>
          <a:solidFill>
            <a:srgbClr val="F4CCCC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555768" y="1895814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1900年</a:t>
            </a:r>
            <a:endParaRPr b="1" sz="2200"/>
          </a:p>
        </p:txBody>
      </p:sp>
      <p:sp>
        <p:nvSpPr>
          <p:cNvPr id="184" name="Google Shape;184;p20"/>
          <p:cNvSpPr txBox="1"/>
          <p:nvPr/>
        </p:nvSpPr>
        <p:spPr>
          <a:xfrm>
            <a:off x="1988714" y="3810036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1800年</a:t>
            </a:r>
            <a:endParaRPr b="1" sz="2200"/>
          </a:p>
        </p:txBody>
      </p:sp>
      <p:sp>
        <p:nvSpPr>
          <p:cNvPr id="185" name="Google Shape;185;p20"/>
          <p:cNvSpPr txBox="1"/>
          <p:nvPr/>
        </p:nvSpPr>
        <p:spPr>
          <a:xfrm>
            <a:off x="4571993" y="3810021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1700年</a:t>
            </a:r>
            <a:endParaRPr b="1" sz="2200"/>
          </a:p>
        </p:txBody>
      </p:sp>
      <p:sp>
        <p:nvSpPr>
          <p:cNvPr id="186" name="Google Shape;186;p20"/>
          <p:cNvSpPr txBox="1"/>
          <p:nvPr/>
        </p:nvSpPr>
        <p:spPr>
          <a:xfrm>
            <a:off x="4969600" y="1889564"/>
            <a:ext cx="11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1600年</a:t>
            </a:r>
            <a:endParaRPr b="1" sz="2200"/>
          </a:p>
        </p:txBody>
      </p:sp>
      <p:pic>
        <p:nvPicPr>
          <p:cNvPr id="187" name="Google Shape;187;p20" title="マゼラン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325" y="1154475"/>
            <a:ext cx="743350" cy="8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title="Isaac_Newtonlis.jpg"/>
          <p:cNvPicPr preferRelativeResize="0"/>
          <p:nvPr/>
        </p:nvPicPr>
        <p:blipFill rotWithShape="1">
          <a:blip r:embed="rId4">
            <a:alphaModFix/>
          </a:blip>
          <a:srcRect b="53655" l="24529" r="24863" t="4672"/>
          <a:stretch/>
        </p:blipFill>
        <p:spPr>
          <a:xfrm>
            <a:off x="4636800" y="2793738"/>
            <a:ext cx="848701" cy="85579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89" name="Google Shape;189;p20" title="florence-nightingal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7450" y="2865541"/>
            <a:ext cx="743350" cy="9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title="015966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3397" y="2020337"/>
            <a:ext cx="1180800" cy="1392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title="neil-armstrong.jpg"/>
          <p:cNvPicPr preferRelativeResize="0"/>
          <p:nvPr/>
        </p:nvPicPr>
        <p:blipFill rotWithShape="1">
          <a:blip r:embed="rId7">
            <a:alphaModFix/>
          </a:blip>
          <a:srcRect b="0" l="0" r="2931" t="0"/>
          <a:stretch/>
        </p:blipFill>
        <p:spPr>
          <a:xfrm>
            <a:off x="2530550" y="1258175"/>
            <a:ext cx="522302" cy="68489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2714426" y="620075"/>
            <a:ext cx="209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dk1"/>
                </a:solidFill>
              </a:rPr>
              <a:t>2000年 1500年</a:t>
            </a:r>
            <a:endParaRPr b="1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