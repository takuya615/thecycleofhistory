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10" Type="http://schemas.openxmlformats.org/officeDocument/2006/relationships/slide" Target="slides/slide5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h3c2ed2f615f9a20e_0_1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h3c2ed2f615f9a20e_0_1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h3c2ed2f615f9a20e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h3c2ed2f615f9a20e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h3c2ed2f615f9a20e_0_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h3c2ed2f615f9a20e_0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h3c2ed2f615f9a20e_0_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h3c2ed2f615f9a20e_0_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h3c2ed2f615f9a20e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h3c2ed2f615f9a20e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.png"/><Relationship Id="rId6" Type="http://schemas.openxmlformats.org/officeDocument/2006/relationships/image" Target="../media/image2.png"/><Relationship Id="rId7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.png"/><Relationship Id="rId6" Type="http://schemas.openxmlformats.org/officeDocument/2006/relationships/image" Target="../media/image2.png"/><Relationship Id="rId7" Type="http://schemas.openxmlformats.org/officeDocument/2006/relationships/image" Target="../media/image5.png"/><Relationship Id="rId8" Type="http://schemas.openxmlformats.org/officeDocument/2006/relationships/image" Target="../media/image6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.png"/><Relationship Id="rId6" Type="http://schemas.openxmlformats.org/officeDocument/2006/relationships/image" Target="../media/image2.png"/><Relationship Id="rId7" Type="http://schemas.openxmlformats.org/officeDocument/2006/relationships/image" Target="../media/image5.png"/><Relationship Id="rId8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768950" y="272150"/>
            <a:ext cx="3000000" cy="434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ja" sz="3000">
                <a:solidFill>
                  <a:schemeClr val="dk1"/>
                </a:solidFill>
              </a:rPr>
              <a:t>ゾウ</a:t>
            </a:r>
            <a:endParaRPr sz="3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ja" sz="3000">
                <a:solidFill>
                  <a:schemeClr val="dk1"/>
                </a:solidFill>
              </a:rPr>
              <a:t>   </a:t>
            </a:r>
            <a:r>
              <a:rPr lang="ja" sz="3000">
                <a:solidFill>
                  <a:schemeClr val="dk1"/>
                </a:solidFill>
              </a:rPr>
              <a:t>↓</a:t>
            </a:r>
            <a:endParaRPr sz="3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ja" sz="3000">
                <a:solidFill>
                  <a:schemeClr val="dk1"/>
                </a:solidFill>
              </a:rPr>
              <a:t>ワニ</a:t>
            </a:r>
            <a:endParaRPr sz="3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ja" sz="3000">
                <a:solidFill>
                  <a:schemeClr val="dk1"/>
                </a:solidFill>
              </a:rPr>
              <a:t>   ↓</a:t>
            </a:r>
            <a:endParaRPr sz="3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ja" sz="3000">
                <a:solidFill>
                  <a:schemeClr val="dk1"/>
                </a:solidFill>
              </a:rPr>
              <a:t>ライオン</a:t>
            </a:r>
            <a:endParaRPr sz="3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ja" sz="3000">
                <a:solidFill>
                  <a:schemeClr val="dk1"/>
                </a:solidFill>
              </a:rPr>
              <a:t>   ↓</a:t>
            </a:r>
            <a:endParaRPr sz="3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ja" sz="3000">
                <a:solidFill>
                  <a:schemeClr val="dk1"/>
                </a:solidFill>
              </a:rPr>
              <a:t>カエル</a:t>
            </a:r>
            <a:endParaRPr sz="3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ja" sz="3000">
                <a:solidFill>
                  <a:schemeClr val="dk1"/>
                </a:solidFill>
              </a:rPr>
              <a:t>   ↓</a:t>
            </a:r>
            <a:endParaRPr sz="3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ja" sz="3000">
                <a:solidFill>
                  <a:schemeClr val="dk1"/>
                </a:solidFill>
              </a:rPr>
              <a:t>カンガル</a:t>
            </a:r>
            <a:r>
              <a:rPr lang="ja" sz="3000">
                <a:solidFill>
                  <a:schemeClr val="dk1"/>
                </a:solidFill>
              </a:rPr>
              <a:t>ー</a:t>
            </a:r>
            <a:endParaRPr sz="3000"/>
          </a:p>
        </p:txBody>
      </p:sp>
      <p:sp>
        <p:nvSpPr>
          <p:cNvPr id="55" name="Google Shape;55;p13"/>
          <p:cNvSpPr/>
          <p:nvPr/>
        </p:nvSpPr>
        <p:spPr>
          <a:xfrm>
            <a:off x="3571875" y="272150"/>
            <a:ext cx="3787200" cy="1803000"/>
          </a:xfrm>
          <a:prstGeom prst="cloudCallout">
            <a:avLst>
              <a:gd fmla="val -50300" name="adj1"/>
              <a:gd fmla="val 66977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ja" sz="2400"/>
              <a:t>おぼえ</a:t>
            </a:r>
            <a:r>
              <a:rPr lang="ja" sz="2400"/>
              <a:t>づらい</a:t>
            </a:r>
            <a:r>
              <a:rPr lang="ja" sz="2400"/>
              <a:t>😓</a:t>
            </a:r>
            <a:endParaRPr sz="24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/>
          <p:nvPr/>
        </p:nvSpPr>
        <p:spPr>
          <a:xfrm flipH="1">
            <a:off x="1510684" y="620082"/>
            <a:ext cx="4498200" cy="4192800"/>
          </a:xfrm>
          <a:prstGeom prst="flowChartConnector">
            <a:avLst/>
          </a:prstGeom>
          <a:noFill/>
          <a:ln cap="flat" cmpd="sng" w="65075">
            <a:solidFill>
              <a:srgbClr val="F4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075" lIns="78075" spcFirstLastPara="1" rIns="78075" wrap="square" tIns="780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96">
              <a:solidFill>
                <a:schemeClr val="accent1"/>
              </a:solidFill>
              <a:highlight>
                <a:schemeClr val="lt1"/>
              </a:highlight>
            </a:endParaRPr>
          </a:p>
        </p:txBody>
      </p:sp>
      <p:sp>
        <p:nvSpPr>
          <p:cNvPr id="61" name="Google Shape;61;p14"/>
          <p:cNvSpPr txBox="1"/>
          <p:nvPr/>
        </p:nvSpPr>
        <p:spPr>
          <a:xfrm>
            <a:off x="1210675" y="1554800"/>
            <a:ext cx="300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 sz="3000">
                <a:solidFill>
                  <a:schemeClr val="dk1"/>
                </a:solidFill>
              </a:rPr>
              <a:t>5</a:t>
            </a:r>
            <a:endParaRPr b="1" sz="3000"/>
          </a:p>
        </p:txBody>
      </p:sp>
      <p:sp>
        <p:nvSpPr>
          <p:cNvPr id="62" name="Google Shape;62;p14"/>
          <p:cNvSpPr txBox="1"/>
          <p:nvPr/>
        </p:nvSpPr>
        <p:spPr>
          <a:xfrm>
            <a:off x="3391075" y="304800"/>
            <a:ext cx="300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 sz="3000">
                <a:solidFill>
                  <a:schemeClr val="dk1"/>
                </a:solidFill>
              </a:rPr>
              <a:t>1</a:t>
            </a:r>
            <a:endParaRPr b="1" sz="3000"/>
          </a:p>
        </p:txBody>
      </p:sp>
      <p:sp>
        <p:nvSpPr>
          <p:cNvPr id="63" name="Google Shape;63;p14"/>
          <p:cNvSpPr txBox="1"/>
          <p:nvPr/>
        </p:nvSpPr>
        <p:spPr>
          <a:xfrm>
            <a:off x="5215950" y="1487600"/>
            <a:ext cx="300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 sz="3000">
                <a:solidFill>
                  <a:schemeClr val="dk1"/>
                </a:solidFill>
              </a:rPr>
              <a:t>2</a:t>
            </a:r>
            <a:endParaRPr b="1" sz="3000"/>
          </a:p>
        </p:txBody>
      </p:sp>
      <p:sp>
        <p:nvSpPr>
          <p:cNvPr id="64" name="Google Shape;64;p14"/>
          <p:cNvSpPr txBox="1"/>
          <p:nvPr/>
        </p:nvSpPr>
        <p:spPr>
          <a:xfrm>
            <a:off x="4919875" y="4208700"/>
            <a:ext cx="300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 sz="3000">
                <a:solidFill>
                  <a:schemeClr val="dk1"/>
                </a:solidFill>
              </a:rPr>
              <a:t>3</a:t>
            </a:r>
            <a:endParaRPr b="1" sz="3000"/>
          </a:p>
        </p:txBody>
      </p:sp>
      <p:sp>
        <p:nvSpPr>
          <p:cNvPr id="65" name="Google Shape;65;p14"/>
          <p:cNvSpPr txBox="1"/>
          <p:nvPr/>
        </p:nvSpPr>
        <p:spPr>
          <a:xfrm>
            <a:off x="1676275" y="4156525"/>
            <a:ext cx="375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 sz="3000">
                <a:solidFill>
                  <a:schemeClr val="dk1"/>
                </a:solidFill>
              </a:rPr>
              <a:t>4</a:t>
            </a:r>
            <a:endParaRPr b="1" sz="3000"/>
          </a:p>
        </p:txBody>
      </p:sp>
      <p:sp>
        <p:nvSpPr>
          <p:cNvPr id="66" name="Google Shape;66;p14"/>
          <p:cNvSpPr/>
          <p:nvPr/>
        </p:nvSpPr>
        <p:spPr>
          <a:xfrm rot="-1224390">
            <a:off x="2630247" y="636459"/>
            <a:ext cx="443962" cy="336027"/>
          </a:xfrm>
          <a:prstGeom prst="notchedRightArrow">
            <a:avLst>
              <a:gd fmla="val 9770" name="adj1"/>
              <a:gd fmla="val 71391" name="adj2"/>
            </a:avLst>
          </a:prstGeom>
          <a:solidFill>
            <a:srgbClr val="F4CCCC"/>
          </a:solidFill>
          <a:ln cap="flat" cmpd="sng" w="9525">
            <a:solidFill>
              <a:srgbClr val="F9CB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14"/>
          <p:cNvSpPr/>
          <p:nvPr/>
        </p:nvSpPr>
        <p:spPr>
          <a:xfrm rot="-4879999">
            <a:off x="1334533" y="2267331"/>
            <a:ext cx="443969" cy="335948"/>
          </a:xfrm>
          <a:prstGeom prst="notchedRightArrow">
            <a:avLst>
              <a:gd fmla="val 9770" name="adj1"/>
              <a:gd fmla="val 71391" name="adj2"/>
            </a:avLst>
          </a:prstGeom>
          <a:solidFill>
            <a:srgbClr val="F4CCCC"/>
          </a:solidFill>
          <a:ln cap="flat" cmpd="sng" w="9525">
            <a:solidFill>
              <a:srgbClr val="F9CB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" name="Google Shape;68;p14"/>
          <p:cNvSpPr/>
          <p:nvPr/>
        </p:nvSpPr>
        <p:spPr>
          <a:xfrm rot="-8774089">
            <a:off x="2312350" y="4311809"/>
            <a:ext cx="444232" cy="336066"/>
          </a:xfrm>
          <a:prstGeom prst="notchedRightArrow">
            <a:avLst>
              <a:gd fmla="val 9770" name="adj1"/>
              <a:gd fmla="val 71391" name="adj2"/>
            </a:avLst>
          </a:prstGeom>
          <a:solidFill>
            <a:srgbClr val="F4CCCC"/>
          </a:solidFill>
          <a:ln cap="flat" cmpd="sng" w="9525">
            <a:solidFill>
              <a:srgbClr val="F9CB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14"/>
          <p:cNvSpPr/>
          <p:nvPr/>
        </p:nvSpPr>
        <p:spPr>
          <a:xfrm rot="7808861">
            <a:off x="5271955" y="3894414"/>
            <a:ext cx="443886" cy="336143"/>
          </a:xfrm>
          <a:prstGeom prst="notchedRightArrow">
            <a:avLst>
              <a:gd fmla="val 9770" name="adj1"/>
              <a:gd fmla="val 71391" name="adj2"/>
            </a:avLst>
          </a:prstGeom>
          <a:solidFill>
            <a:srgbClr val="F4CCCC"/>
          </a:solidFill>
          <a:ln cap="flat" cmpd="sng" w="9525">
            <a:solidFill>
              <a:srgbClr val="F9CB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" name="Google Shape;70;p14"/>
          <p:cNvSpPr/>
          <p:nvPr/>
        </p:nvSpPr>
        <p:spPr>
          <a:xfrm rot="2333011">
            <a:off x="5077981" y="1049439"/>
            <a:ext cx="443974" cy="336026"/>
          </a:xfrm>
          <a:prstGeom prst="notchedRightArrow">
            <a:avLst>
              <a:gd fmla="val 9770" name="adj1"/>
              <a:gd fmla="val 71391" name="adj2"/>
            </a:avLst>
          </a:prstGeom>
          <a:solidFill>
            <a:srgbClr val="F4CCCC"/>
          </a:solidFill>
          <a:ln cap="flat" cmpd="sng" w="9525">
            <a:solidFill>
              <a:srgbClr val="F9CB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/>
          <p:cNvSpPr/>
          <p:nvPr/>
        </p:nvSpPr>
        <p:spPr>
          <a:xfrm flipH="1">
            <a:off x="1510684" y="620082"/>
            <a:ext cx="4498200" cy="4192800"/>
          </a:xfrm>
          <a:prstGeom prst="flowChartConnector">
            <a:avLst/>
          </a:prstGeom>
          <a:noFill/>
          <a:ln cap="flat" cmpd="sng" w="65075">
            <a:solidFill>
              <a:srgbClr val="F4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075" lIns="78075" spcFirstLastPara="1" rIns="78075" wrap="square" tIns="780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96">
              <a:solidFill>
                <a:schemeClr val="accent1"/>
              </a:solidFill>
              <a:highlight>
                <a:schemeClr val="lt1"/>
              </a:highlight>
            </a:endParaRPr>
          </a:p>
        </p:txBody>
      </p:sp>
      <p:pic>
        <p:nvPicPr>
          <p:cNvPr id="76" name="Google Shape;76;p15" title="スクリーンショット 2026-09-23 13.50.27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82600" y="1611001"/>
            <a:ext cx="878197" cy="439099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5" title="スクリーンショット 2026-09-23 13.50.34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11998" y="1472549"/>
            <a:ext cx="566386" cy="602233"/>
          </a:xfrm>
          <a:prstGeom prst="rect">
            <a:avLst/>
          </a:prstGeom>
          <a:noFill/>
          <a:ln>
            <a:noFill/>
          </a:ln>
        </p:spPr>
      </p:pic>
      <p:pic>
        <p:nvPicPr>
          <p:cNvPr id="78" name="Google Shape;78;p15" title="スクリーンショット 2026-09-23 13.50.42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239957" y="4312412"/>
            <a:ext cx="480635" cy="439099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15" title="スクリーンショット 2026-09-23 13.50.53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910384" y="4252100"/>
            <a:ext cx="480645" cy="455352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15" title="スクリーンショット 2026-09-23 13.49.28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698717" y="378612"/>
            <a:ext cx="566385" cy="439099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15"/>
          <p:cNvSpPr txBox="1"/>
          <p:nvPr/>
        </p:nvSpPr>
        <p:spPr>
          <a:xfrm>
            <a:off x="1210675" y="1554800"/>
            <a:ext cx="300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 sz="3000">
                <a:solidFill>
                  <a:schemeClr val="dk1"/>
                </a:solidFill>
              </a:rPr>
              <a:t>5</a:t>
            </a:r>
            <a:endParaRPr b="1" sz="3000"/>
          </a:p>
        </p:txBody>
      </p:sp>
      <p:sp>
        <p:nvSpPr>
          <p:cNvPr id="82" name="Google Shape;82;p15"/>
          <p:cNvSpPr txBox="1"/>
          <p:nvPr/>
        </p:nvSpPr>
        <p:spPr>
          <a:xfrm>
            <a:off x="3391075" y="304800"/>
            <a:ext cx="300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 sz="3000">
                <a:solidFill>
                  <a:schemeClr val="dk1"/>
                </a:solidFill>
              </a:rPr>
              <a:t>1</a:t>
            </a:r>
            <a:endParaRPr b="1" sz="3000"/>
          </a:p>
        </p:txBody>
      </p:sp>
      <p:sp>
        <p:nvSpPr>
          <p:cNvPr id="83" name="Google Shape;83;p15"/>
          <p:cNvSpPr txBox="1"/>
          <p:nvPr/>
        </p:nvSpPr>
        <p:spPr>
          <a:xfrm>
            <a:off x="5215950" y="1487600"/>
            <a:ext cx="300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 sz="3000">
                <a:solidFill>
                  <a:schemeClr val="dk1"/>
                </a:solidFill>
              </a:rPr>
              <a:t>2</a:t>
            </a:r>
            <a:endParaRPr b="1" sz="3000"/>
          </a:p>
        </p:txBody>
      </p:sp>
      <p:sp>
        <p:nvSpPr>
          <p:cNvPr id="84" name="Google Shape;84;p15"/>
          <p:cNvSpPr txBox="1"/>
          <p:nvPr/>
        </p:nvSpPr>
        <p:spPr>
          <a:xfrm>
            <a:off x="4919875" y="4208700"/>
            <a:ext cx="300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 sz="3000">
                <a:solidFill>
                  <a:schemeClr val="dk1"/>
                </a:solidFill>
              </a:rPr>
              <a:t>3</a:t>
            </a:r>
            <a:endParaRPr b="1" sz="3000"/>
          </a:p>
        </p:txBody>
      </p:sp>
      <p:sp>
        <p:nvSpPr>
          <p:cNvPr id="85" name="Google Shape;85;p15"/>
          <p:cNvSpPr txBox="1"/>
          <p:nvPr/>
        </p:nvSpPr>
        <p:spPr>
          <a:xfrm>
            <a:off x="1676275" y="4156525"/>
            <a:ext cx="7269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 sz="3000">
                <a:solidFill>
                  <a:schemeClr val="dk1"/>
                </a:solidFill>
              </a:rPr>
              <a:t>4</a:t>
            </a:r>
            <a:endParaRPr b="1" sz="3000"/>
          </a:p>
        </p:txBody>
      </p:sp>
      <p:sp>
        <p:nvSpPr>
          <p:cNvPr id="86" name="Google Shape;86;p15"/>
          <p:cNvSpPr/>
          <p:nvPr/>
        </p:nvSpPr>
        <p:spPr>
          <a:xfrm rot="-1224390">
            <a:off x="2630247" y="636459"/>
            <a:ext cx="443962" cy="336027"/>
          </a:xfrm>
          <a:prstGeom prst="notchedRightArrow">
            <a:avLst>
              <a:gd fmla="val 9770" name="adj1"/>
              <a:gd fmla="val 71391" name="adj2"/>
            </a:avLst>
          </a:prstGeom>
          <a:solidFill>
            <a:srgbClr val="F4CCCC"/>
          </a:solidFill>
          <a:ln cap="flat" cmpd="sng" w="9525">
            <a:solidFill>
              <a:srgbClr val="F9CB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5"/>
          <p:cNvSpPr/>
          <p:nvPr/>
        </p:nvSpPr>
        <p:spPr>
          <a:xfrm rot="-4879999">
            <a:off x="1334533" y="2267331"/>
            <a:ext cx="443969" cy="335948"/>
          </a:xfrm>
          <a:prstGeom prst="notchedRightArrow">
            <a:avLst>
              <a:gd fmla="val 9770" name="adj1"/>
              <a:gd fmla="val 71391" name="adj2"/>
            </a:avLst>
          </a:prstGeom>
          <a:solidFill>
            <a:srgbClr val="F4CCCC"/>
          </a:solidFill>
          <a:ln cap="flat" cmpd="sng" w="9525">
            <a:solidFill>
              <a:srgbClr val="F9CB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5"/>
          <p:cNvSpPr/>
          <p:nvPr/>
        </p:nvSpPr>
        <p:spPr>
          <a:xfrm rot="-8774089">
            <a:off x="2312350" y="4311809"/>
            <a:ext cx="444232" cy="336066"/>
          </a:xfrm>
          <a:prstGeom prst="notchedRightArrow">
            <a:avLst>
              <a:gd fmla="val 9770" name="adj1"/>
              <a:gd fmla="val 71391" name="adj2"/>
            </a:avLst>
          </a:prstGeom>
          <a:solidFill>
            <a:srgbClr val="F4CCCC"/>
          </a:solidFill>
          <a:ln cap="flat" cmpd="sng" w="9525">
            <a:solidFill>
              <a:srgbClr val="F9CB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15"/>
          <p:cNvSpPr/>
          <p:nvPr/>
        </p:nvSpPr>
        <p:spPr>
          <a:xfrm rot="7808861">
            <a:off x="5271955" y="3894414"/>
            <a:ext cx="443886" cy="336143"/>
          </a:xfrm>
          <a:prstGeom prst="notchedRightArrow">
            <a:avLst>
              <a:gd fmla="val 9770" name="adj1"/>
              <a:gd fmla="val 71391" name="adj2"/>
            </a:avLst>
          </a:prstGeom>
          <a:solidFill>
            <a:srgbClr val="F4CCCC"/>
          </a:solidFill>
          <a:ln cap="flat" cmpd="sng" w="9525">
            <a:solidFill>
              <a:srgbClr val="F9CB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15"/>
          <p:cNvSpPr/>
          <p:nvPr/>
        </p:nvSpPr>
        <p:spPr>
          <a:xfrm rot="2333011">
            <a:off x="5077981" y="1049439"/>
            <a:ext cx="443974" cy="336026"/>
          </a:xfrm>
          <a:prstGeom prst="notchedRightArrow">
            <a:avLst>
              <a:gd fmla="val 9770" name="adj1"/>
              <a:gd fmla="val 71391" name="adj2"/>
            </a:avLst>
          </a:prstGeom>
          <a:solidFill>
            <a:srgbClr val="F4CCCC"/>
          </a:solidFill>
          <a:ln cap="flat" cmpd="sng" w="9525">
            <a:solidFill>
              <a:srgbClr val="F9CB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6"/>
          <p:cNvSpPr/>
          <p:nvPr/>
        </p:nvSpPr>
        <p:spPr>
          <a:xfrm flipH="1">
            <a:off x="1510684" y="620082"/>
            <a:ext cx="4498200" cy="4192800"/>
          </a:xfrm>
          <a:prstGeom prst="flowChartConnector">
            <a:avLst/>
          </a:prstGeom>
          <a:noFill/>
          <a:ln cap="flat" cmpd="sng" w="65075">
            <a:solidFill>
              <a:srgbClr val="F4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075" lIns="78075" spcFirstLastPara="1" rIns="78075" wrap="square" tIns="780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96">
              <a:solidFill>
                <a:schemeClr val="accent1"/>
              </a:solidFill>
              <a:highlight>
                <a:schemeClr val="lt1"/>
              </a:highlight>
            </a:endParaRPr>
          </a:p>
        </p:txBody>
      </p:sp>
      <p:pic>
        <p:nvPicPr>
          <p:cNvPr id="96" name="Google Shape;96;p16" title="スクリーンショット 2026-09-23 13.50.27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82600" y="1611001"/>
            <a:ext cx="878197" cy="439099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6" title="スクリーンショット 2026-09-23 13.50.34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11998" y="1472549"/>
            <a:ext cx="566386" cy="602233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6" title="スクリーンショット 2026-09-23 13.50.42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239957" y="4312412"/>
            <a:ext cx="480635" cy="439099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6" title="スクリーンショット 2026-09-23 13.50.53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910384" y="4252100"/>
            <a:ext cx="480645" cy="455352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16" title="スクリーンショット 2026-09-23 13.49.28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698717" y="378612"/>
            <a:ext cx="566385" cy="439099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6"/>
          <p:cNvSpPr txBox="1"/>
          <p:nvPr/>
        </p:nvSpPr>
        <p:spPr>
          <a:xfrm>
            <a:off x="1210675" y="1554800"/>
            <a:ext cx="300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 sz="3000">
                <a:solidFill>
                  <a:schemeClr val="dk1"/>
                </a:solidFill>
              </a:rPr>
              <a:t>5</a:t>
            </a:r>
            <a:endParaRPr b="1" sz="3000"/>
          </a:p>
        </p:txBody>
      </p:sp>
      <p:sp>
        <p:nvSpPr>
          <p:cNvPr id="102" name="Google Shape;102;p16"/>
          <p:cNvSpPr txBox="1"/>
          <p:nvPr/>
        </p:nvSpPr>
        <p:spPr>
          <a:xfrm>
            <a:off x="3391075" y="304800"/>
            <a:ext cx="300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 sz="3000">
                <a:solidFill>
                  <a:schemeClr val="dk1"/>
                </a:solidFill>
              </a:rPr>
              <a:t>1</a:t>
            </a:r>
            <a:endParaRPr b="1" sz="3000"/>
          </a:p>
        </p:txBody>
      </p:sp>
      <p:sp>
        <p:nvSpPr>
          <p:cNvPr id="103" name="Google Shape;103;p16"/>
          <p:cNvSpPr txBox="1"/>
          <p:nvPr/>
        </p:nvSpPr>
        <p:spPr>
          <a:xfrm>
            <a:off x="5215950" y="1487600"/>
            <a:ext cx="300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 sz="3000">
                <a:solidFill>
                  <a:schemeClr val="dk1"/>
                </a:solidFill>
              </a:rPr>
              <a:t>2</a:t>
            </a:r>
            <a:endParaRPr b="1" sz="3000"/>
          </a:p>
        </p:txBody>
      </p:sp>
      <p:sp>
        <p:nvSpPr>
          <p:cNvPr id="104" name="Google Shape;104;p16"/>
          <p:cNvSpPr txBox="1"/>
          <p:nvPr/>
        </p:nvSpPr>
        <p:spPr>
          <a:xfrm>
            <a:off x="4919875" y="4208700"/>
            <a:ext cx="300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 sz="3000">
                <a:solidFill>
                  <a:schemeClr val="dk1"/>
                </a:solidFill>
              </a:rPr>
              <a:t>3</a:t>
            </a:r>
            <a:endParaRPr b="1" sz="3000"/>
          </a:p>
        </p:txBody>
      </p:sp>
      <p:sp>
        <p:nvSpPr>
          <p:cNvPr id="105" name="Google Shape;105;p16"/>
          <p:cNvSpPr txBox="1"/>
          <p:nvPr/>
        </p:nvSpPr>
        <p:spPr>
          <a:xfrm>
            <a:off x="1676275" y="4156525"/>
            <a:ext cx="7269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 sz="3000">
                <a:solidFill>
                  <a:schemeClr val="dk1"/>
                </a:solidFill>
              </a:rPr>
              <a:t>4</a:t>
            </a:r>
            <a:endParaRPr b="1" sz="3000"/>
          </a:p>
        </p:txBody>
      </p:sp>
      <p:sp>
        <p:nvSpPr>
          <p:cNvPr id="106" name="Google Shape;106;p16"/>
          <p:cNvSpPr/>
          <p:nvPr/>
        </p:nvSpPr>
        <p:spPr>
          <a:xfrm rot="-1224390">
            <a:off x="2630247" y="636459"/>
            <a:ext cx="443962" cy="336027"/>
          </a:xfrm>
          <a:prstGeom prst="notchedRightArrow">
            <a:avLst>
              <a:gd fmla="val 9770" name="adj1"/>
              <a:gd fmla="val 71391" name="adj2"/>
            </a:avLst>
          </a:prstGeom>
          <a:solidFill>
            <a:srgbClr val="F4CCCC"/>
          </a:solidFill>
          <a:ln cap="flat" cmpd="sng" w="9525">
            <a:solidFill>
              <a:srgbClr val="F9CB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16"/>
          <p:cNvSpPr/>
          <p:nvPr/>
        </p:nvSpPr>
        <p:spPr>
          <a:xfrm rot="-4879999">
            <a:off x="1334533" y="2267331"/>
            <a:ext cx="443969" cy="335948"/>
          </a:xfrm>
          <a:prstGeom prst="notchedRightArrow">
            <a:avLst>
              <a:gd fmla="val 9770" name="adj1"/>
              <a:gd fmla="val 71391" name="adj2"/>
            </a:avLst>
          </a:prstGeom>
          <a:solidFill>
            <a:srgbClr val="F4CCCC"/>
          </a:solidFill>
          <a:ln cap="flat" cmpd="sng" w="9525">
            <a:solidFill>
              <a:srgbClr val="F9CB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16"/>
          <p:cNvSpPr/>
          <p:nvPr/>
        </p:nvSpPr>
        <p:spPr>
          <a:xfrm rot="-8774089">
            <a:off x="2312350" y="4311809"/>
            <a:ext cx="444232" cy="336066"/>
          </a:xfrm>
          <a:prstGeom prst="notchedRightArrow">
            <a:avLst>
              <a:gd fmla="val 9770" name="adj1"/>
              <a:gd fmla="val 71391" name="adj2"/>
            </a:avLst>
          </a:prstGeom>
          <a:solidFill>
            <a:srgbClr val="F4CCCC"/>
          </a:solidFill>
          <a:ln cap="flat" cmpd="sng" w="9525">
            <a:solidFill>
              <a:srgbClr val="F9CB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16"/>
          <p:cNvSpPr/>
          <p:nvPr/>
        </p:nvSpPr>
        <p:spPr>
          <a:xfrm rot="7808861">
            <a:off x="5271955" y="3894414"/>
            <a:ext cx="443886" cy="336143"/>
          </a:xfrm>
          <a:prstGeom prst="notchedRightArrow">
            <a:avLst>
              <a:gd fmla="val 9770" name="adj1"/>
              <a:gd fmla="val 71391" name="adj2"/>
            </a:avLst>
          </a:prstGeom>
          <a:solidFill>
            <a:srgbClr val="F4CCCC"/>
          </a:solidFill>
          <a:ln cap="flat" cmpd="sng" w="9525">
            <a:solidFill>
              <a:srgbClr val="F9CB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16"/>
          <p:cNvSpPr/>
          <p:nvPr/>
        </p:nvSpPr>
        <p:spPr>
          <a:xfrm rot="2333011">
            <a:off x="5077981" y="1049439"/>
            <a:ext cx="443974" cy="336026"/>
          </a:xfrm>
          <a:prstGeom prst="notchedRightArrow">
            <a:avLst>
              <a:gd fmla="val 9770" name="adj1"/>
              <a:gd fmla="val 71391" name="adj2"/>
            </a:avLst>
          </a:prstGeom>
          <a:solidFill>
            <a:srgbClr val="F4CCCC"/>
          </a:solidFill>
          <a:ln cap="flat" cmpd="sng" w="9525">
            <a:solidFill>
              <a:srgbClr val="F9CB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1" name="Google Shape;111;p16" title="015966.jp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2484875" y="1186815"/>
            <a:ext cx="2518220" cy="29692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7"/>
          <p:cNvSpPr/>
          <p:nvPr/>
        </p:nvSpPr>
        <p:spPr>
          <a:xfrm flipH="1">
            <a:off x="1510684" y="620082"/>
            <a:ext cx="4498200" cy="4192800"/>
          </a:xfrm>
          <a:prstGeom prst="flowChartConnector">
            <a:avLst/>
          </a:prstGeom>
          <a:noFill/>
          <a:ln cap="flat" cmpd="sng" w="65075">
            <a:solidFill>
              <a:srgbClr val="F4CC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075" lIns="78075" spcFirstLastPara="1" rIns="78075" wrap="square" tIns="780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96">
              <a:solidFill>
                <a:schemeClr val="accent1"/>
              </a:solidFill>
              <a:highlight>
                <a:schemeClr val="lt1"/>
              </a:highlight>
            </a:endParaRPr>
          </a:p>
        </p:txBody>
      </p:sp>
      <p:pic>
        <p:nvPicPr>
          <p:cNvPr id="117" name="Google Shape;117;p17" title="スクリーンショット 2026-09-23 13.50.27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82600" y="1611001"/>
            <a:ext cx="878197" cy="4390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7" title="スクリーンショット 2026-09-23 13.50.34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11998" y="1472549"/>
            <a:ext cx="566386" cy="602233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17" title="スクリーンショット 2026-09-23 13.50.42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239957" y="4312412"/>
            <a:ext cx="480635" cy="4390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17" title="スクリーンショット 2026-09-23 13.50.53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910384" y="4252100"/>
            <a:ext cx="480645" cy="455352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17" title="スクリーンショット 2026-09-23 13.49.28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698717" y="378612"/>
            <a:ext cx="566385" cy="439099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1210675" y="1554800"/>
            <a:ext cx="300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 sz="3000">
                <a:solidFill>
                  <a:schemeClr val="dk1"/>
                </a:solidFill>
              </a:rPr>
              <a:t>5</a:t>
            </a:r>
            <a:endParaRPr b="1" sz="3000"/>
          </a:p>
        </p:txBody>
      </p:sp>
      <p:sp>
        <p:nvSpPr>
          <p:cNvPr id="123" name="Google Shape;123;p17"/>
          <p:cNvSpPr txBox="1"/>
          <p:nvPr/>
        </p:nvSpPr>
        <p:spPr>
          <a:xfrm>
            <a:off x="3391075" y="304800"/>
            <a:ext cx="300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 sz="3000">
                <a:solidFill>
                  <a:schemeClr val="dk1"/>
                </a:solidFill>
              </a:rPr>
              <a:t>1</a:t>
            </a:r>
            <a:endParaRPr b="1" sz="3000"/>
          </a:p>
        </p:txBody>
      </p:sp>
      <p:sp>
        <p:nvSpPr>
          <p:cNvPr id="124" name="Google Shape;124;p17"/>
          <p:cNvSpPr txBox="1"/>
          <p:nvPr/>
        </p:nvSpPr>
        <p:spPr>
          <a:xfrm>
            <a:off x="5215950" y="1487600"/>
            <a:ext cx="300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 sz="3000">
                <a:solidFill>
                  <a:schemeClr val="dk1"/>
                </a:solidFill>
              </a:rPr>
              <a:t>2</a:t>
            </a:r>
            <a:endParaRPr b="1" sz="3000"/>
          </a:p>
        </p:txBody>
      </p:sp>
      <p:sp>
        <p:nvSpPr>
          <p:cNvPr id="125" name="Google Shape;125;p17"/>
          <p:cNvSpPr txBox="1"/>
          <p:nvPr/>
        </p:nvSpPr>
        <p:spPr>
          <a:xfrm>
            <a:off x="4919875" y="4208700"/>
            <a:ext cx="300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 sz="3000">
                <a:solidFill>
                  <a:schemeClr val="dk1"/>
                </a:solidFill>
              </a:rPr>
              <a:t>3</a:t>
            </a:r>
            <a:endParaRPr b="1" sz="3000"/>
          </a:p>
        </p:txBody>
      </p:sp>
      <p:sp>
        <p:nvSpPr>
          <p:cNvPr id="126" name="Google Shape;126;p17"/>
          <p:cNvSpPr txBox="1"/>
          <p:nvPr/>
        </p:nvSpPr>
        <p:spPr>
          <a:xfrm>
            <a:off x="1676275" y="4156525"/>
            <a:ext cx="7269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 sz="3000">
                <a:solidFill>
                  <a:schemeClr val="dk1"/>
                </a:solidFill>
              </a:rPr>
              <a:t>4</a:t>
            </a:r>
            <a:endParaRPr b="1" sz="3000"/>
          </a:p>
        </p:txBody>
      </p:sp>
      <p:grpSp>
        <p:nvGrpSpPr>
          <p:cNvPr id="127" name="Google Shape;127;p17"/>
          <p:cNvGrpSpPr/>
          <p:nvPr/>
        </p:nvGrpSpPr>
        <p:grpSpPr>
          <a:xfrm>
            <a:off x="2484875" y="957474"/>
            <a:ext cx="2628646" cy="3198624"/>
            <a:chOff x="2388875" y="1053474"/>
            <a:chExt cx="2628646" cy="3198624"/>
          </a:xfrm>
        </p:grpSpPr>
        <p:pic>
          <p:nvPicPr>
            <p:cNvPr id="128" name="Google Shape;128;p17" title="015966.jpg"/>
            <p:cNvPicPr preferRelativeResize="0"/>
            <p:nvPr/>
          </p:nvPicPr>
          <p:blipFill>
            <a:blip r:embed="rId8">
              <a:alphaModFix/>
            </a:blip>
            <a:stretch>
              <a:fillRect/>
            </a:stretch>
          </p:blipFill>
          <p:spPr>
            <a:xfrm>
              <a:off x="2388875" y="1282815"/>
              <a:ext cx="2518220" cy="296925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9" name="Google Shape;129;p17" title="スクリーンショット 2026-09-23 13.49.28.png"/>
            <p:cNvPicPr preferRelativeResize="0"/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>
              <a:off x="3433875" y="1053474"/>
              <a:ext cx="558793" cy="43321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0" name="Google Shape;130;p17" title="スクリーンショット 2026-09-23 13.50.27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4151097" y="2631340"/>
              <a:ext cx="866424" cy="43321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1" name="Google Shape;131;p17" title="スクリーンショット 2026-09-23 13.50.34.png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2809744" y="2470383"/>
              <a:ext cx="558793" cy="59416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2" name="Google Shape;132;p17" title="スクリーンショット 2026-09-23 13.50.42.png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4411894" y="3818887"/>
              <a:ext cx="474191" cy="43321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3" name="Google Shape;133;p17" title="スクリーンショット 2026-09-23 13.50.53.png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2852039" y="3692042"/>
              <a:ext cx="474202" cy="449248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34" name="Google Shape;134;p17"/>
          <p:cNvSpPr/>
          <p:nvPr/>
        </p:nvSpPr>
        <p:spPr>
          <a:xfrm rot="-1224390">
            <a:off x="2630247" y="636459"/>
            <a:ext cx="443962" cy="336027"/>
          </a:xfrm>
          <a:prstGeom prst="notchedRightArrow">
            <a:avLst>
              <a:gd fmla="val 9770" name="adj1"/>
              <a:gd fmla="val 71391" name="adj2"/>
            </a:avLst>
          </a:prstGeom>
          <a:solidFill>
            <a:srgbClr val="F4CCCC"/>
          </a:solidFill>
          <a:ln cap="flat" cmpd="sng" w="9525">
            <a:solidFill>
              <a:srgbClr val="F9CB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17"/>
          <p:cNvSpPr/>
          <p:nvPr/>
        </p:nvSpPr>
        <p:spPr>
          <a:xfrm rot="-4879999">
            <a:off x="1334533" y="2267331"/>
            <a:ext cx="443969" cy="335948"/>
          </a:xfrm>
          <a:prstGeom prst="notchedRightArrow">
            <a:avLst>
              <a:gd fmla="val 9770" name="adj1"/>
              <a:gd fmla="val 71391" name="adj2"/>
            </a:avLst>
          </a:prstGeom>
          <a:solidFill>
            <a:srgbClr val="F4CCCC"/>
          </a:solidFill>
          <a:ln cap="flat" cmpd="sng" w="9525">
            <a:solidFill>
              <a:srgbClr val="F9CB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17"/>
          <p:cNvSpPr/>
          <p:nvPr/>
        </p:nvSpPr>
        <p:spPr>
          <a:xfrm rot="-8774089">
            <a:off x="2312350" y="4311809"/>
            <a:ext cx="444232" cy="336066"/>
          </a:xfrm>
          <a:prstGeom prst="notchedRightArrow">
            <a:avLst>
              <a:gd fmla="val 9770" name="adj1"/>
              <a:gd fmla="val 71391" name="adj2"/>
            </a:avLst>
          </a:prstGeom>
          <a:solidFill>
            <a:srgbClr val="F4CCCC"/>
          </a:solidFill>
          <a:ln cap="flat" cmpd="sng" w="9525">
            <a:solidFill>
              <a:srgbClr val="F9CB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17"/>
          <p:cNvSpPr/>
          <p:nvPr/>
        </p:nvSpPr>
        <p:spPr>
          <a:xfrm rot="7808861">
            <a:off x="5271955" y="3894414"/>
            <a:ext cx="443886" cy="336143"/>
          </a:xfrm>
          <a:prstGeom prst="notchedRightArrow">
            <a:avLst>
              <a:gd fmla="val 9770" name="adj1"/>
              <a:gd fmla="val 71391" name="adj2"/>
            </a:avLst>
          </a:prstGeom>
          <a:solidFill>
            <a:srgbClr val="F4CCCC"/>
          </a:solidFill>
          <a:ln cap="flat" cmpd="sng" w="9525">
            <a:solidFill>
              <a:srgbClr val="F9CB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17"/>
          <p:cNvSpPr/>
          <p:nvPr/>
        </p:nvSpPr>
        <p:spPr>
          <a:xfrm rot="2333011">
            <a:off x="5077981" y="1049439"/>
            <a:ext cx="443974" cy="336026"/>
          </a:xfrm>
          <a:prstGeom prst="notchedRightArrow">
            <a:avLst>
              <a:gd fmla="val 9770" name="adj1"/>
              <a:gd fmla="val 71391" name="adj2"/>
            </a:avLst>
          </a:prstGeom>
          <a:solidFill>
            <a:srgbClr val="F4CCCC"/>
          </a:solidFill>
          <a:ln cap="flat" cmpd="sng" w="9525">
            <a:solidFill>
              <a:srgbClr val="F9CB9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